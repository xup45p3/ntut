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9A0C39-1764-B463-43E6-FF6542201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B2B61B-D30D-BB34-890B-971AD1FC2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7EDAE7-D082-2C2D-AB3E-84B64880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56BB8-9664-9F7F-3368-856D3EE9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558328-666A-2EC0-552B-49DBD839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71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8592C-74F0-985D-8472-8156A78B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36FDED-1674-B295-932E-CE733AEC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CD6D0A-2EBE-5FB4-96DC-D4D7B681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AB8A87-811F-0D21-7FCC-EC17AE4F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1C0C6-75FA-CB1C-6E6F-ABB46923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28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EB4A71-B8C1-4FB7-59B9-FB72460A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003D5B-7B0A-7C5C-01E5-B61508449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FC62CC-E6E9-7645-6942-A162505C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A4281-BD73-BA1A-D8E2-D44DE5A0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E2686F-7DE0-7D42-7841-3632C96D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93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E023A-12A2-510B-66A5-FD66C0D4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005AAA-1474-915D-0DED-F3E54DE03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A7AA9BC-F375-47B8-2743-8C6A9BD63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EE4D71-F9AA-E92F-7AC4-FDF54121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927759-79EB-7F8D-7BF6-22EE2045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58188E-DF1D-7CEF-7984-BE86188D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85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920668-8114-D6D0-3A98-5603268A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6C80F8-6C4B-CB9C-46DB-A611E0675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75D131-CEC7-E677-4786-6B1610A5F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01D13D-241C-20C1-E232-E4EBEBF8B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E40A6F5-6912-DED2-9CB0-C81254624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0FAA80C-F96E-A3A6-C36A-10DA6189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430F136-A231-73D9-AA1B-8C5FDDFE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5BFFA7-E34A-E048-0270-8171235D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7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D019FB-BD74-0395-B1B1-0798E25A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3F3FED-E2D8-2263-F941-5D43BADD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C943DC0-B385-F589-E123-1F704E346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DC356D-4011-9A92-5F3D-583E64D5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83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C6BDE26-E9C3-E6B8-557C-0A802E40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54979A7-2215-F54D-859E-0AC92F0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808647-00F8-3CCF-DF4F-40053C1A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43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7B360-AA09-F0E5-B2DC-3D9F1215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4C00FF-F64B-A169-8FBB-6FC46948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255BD3B-BF25-2F30-C77C-9A88D199B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0DDFEC-016A-01FE-5472-0EFA8302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F9A393-D099-D377-66BC-0B217803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EB58CC0-ED70-C4E9-98A7-CFD66F070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98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61D730-3C40-FDEA-274F-3FA3DD23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EF238B-B851-FADC-6582-803065EF0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52B935E-CFDC-4289-7F57-1D4209EBB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EE8A37-991F-CB61-2C25-8D245121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DBAEA9-B813-6FE1-9406-0A1A9866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058D39-1DBF-6260-8962-D36C2C9B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69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284E0-BF7E-7163-F379-60CB2684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497B72-B35D-DBB8-C2CE-306B8F820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DE7559-D87A-41DC-071E-1806AE65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A411B3-8743-797F-CD7C-BC603328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BB1168-D74A-3167-4E34-D5E1351B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23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FEF492-2BF6-C458-CD21-C55D0628C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27510E-D820-6330-4C78-C316DCFFB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0F857C-524D-67A7-DC56-43E99562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27362A-C9F0-95B4-4C15-F7723137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240C5-0D35-29DA-B790-1C3419E8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36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752DA9-2A2A-4EE3-7DAB-FBB73D49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4DF8CE-7CE6-5BF8-7F73-C35A36AF8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41FC42-81C7-14A9-48CD-49E9F1B95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05269-1CB6-415E-AC62-C47902FDA8CD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F02CC6-0CBF-F70D-5189-C80B345C0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4D0A3-485B-1027-4A68-14130A633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5BED4-DA2F-4679-87F1-6D83D25B09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17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22D823B-4E27-D7B1-8991-71687B14A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05" y="421125"/>
            <a:ext cx="8245590" cy="618419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8C66810-9E2C-D24D-B7A7-C134EE2E82EF}"/>
              </a:ext>
            </a:extLst>
          </p:cNvPr>
          <p:cNvSpPr/>
          <p:nvPr/>
        </p:nvSpPr>
        <p:spPr>
          <a:xfrm>
            <a:off x="3467405" y="3429000"/>
            <a:ext cx="1031443" cy="1530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FEB61E-CA78-CD65-33D3-C1A8AFE6B512}"/>
              </a:ext>
            </a:extLst>
          </p:cNvPr>
          <p:cNvSpPr txBox="1"/>
          <p:nvPr/>
        </p:nvSpPr>
        <p:spPr>
          <a:xfrm>
            <a:off x="-55841" y="1528653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紅色框框應該寫在左邊</a:t>
            </a:r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rgbClr val="FF0000"/>
                </a:solidFill>
              </a:rPr>
              <a:t>但不影響答案</a:t>
            </a:r>
          </a:p>
        </p:txBody>
      </p:sp>
    </p:spTree>
    <p:extLst>
      <p:ext uri="{BB962C8B-B14F-4D97-AF65-F5344CB8AC3E}">
        <p14:creationId xmlns:p14="http://schemas.microsoft.com/office/powerpoint/2010/main" val="426681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9FBA3D-61B3-383E-4F16-B44924106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41" y="1478361"/>
            <a:ext cx="8398651" cy="420646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3AA185A-7B69-76C9-DFED-1B13625D43D0}"/>
              </a:ext>
            </a:extLst>
          </p:cNvPr>
          <p:cNvSpPr txBox="1"/>
          <p:nvPr/>
        </p:nvSpPr>
        <p:spPr>
          <a:xfrm>
            <a:off x="1608541" y="9283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正確寫法</a:t>
            </a:r>
          </a:p>
        </p:txBody>
      </p:sp>
    </p:spTree>
    <p:extLst>
      <p:ext uri="{BB962C8B-B14F-4D97-AF65-F5344CB8AC3E}">
        <p14:creationId xmlns:p14="http://schemas.microsoft.com/office/powerpoint/2010/main" val="341934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Office PowerPoint</Application>
  <PresentationFormat>寬螢幕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儀雯 王</dc:creator>
  <cp:lastModifiedBy>儀雯 王</cp:lastModifiedBy>
  <cp:revision>1</cp:revision>
  <dcterms:created xsi:type="dcterms:W3CDTF">2026-09-14T04:22:16Z</dcterms:created>
  <dcterms:modified xsi:type="dcterms:W3CDTF">2026-09-14T04:28:37Z</dcterms:modified>
</cp:coreProperties>
</file>